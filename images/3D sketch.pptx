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C0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39FBA-1E1C-7347-EC06-80A35F0AE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2DA23-9E39-C390-9686-337A25BA1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2A3-1F5E-CBB1-D020-89A91F23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54F4F-0603-DEF3-4E69-B1770159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0DDA1-7BF4-DEC3-FCBD-F3DC86F98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594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9D67-6245-4543-0B43-A650AB64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447F6-5DF9-7AA3-74D5-52BF9F983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48F05-1C80-212B-348E-1D65D4F9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05E1B-F43C-84D7-D499-C139268B5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78777-F99F-6BCD-BC8A-ECBD30813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63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F25D-FBC2-D068-6025-DDB8058BD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4BC96-B56F-3CBC-8895-03639F9F5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EF1EB-FC64-24DD-8363-9166B601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FAAB0-9954-6D03-7308-0BA56466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FF105-6DAC-CB46-EE5A-5EAED349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780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420A-C8FB-43FF-5EBA-9F7A80DE5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5B3D-7C5A-ED46-500F-5905D1BC6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D4162-B129-64EB-CCFD-27B81EEF8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B9301-9A6D-17D1-DD04-15435462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76573-2EA1-911C-C5B7-212783522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84862-B8CC-606C-71D2-1298F03CB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44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2F53-6A3C-BD16-0E52-8CF0A64C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F0921-1712-AC00-106E-BC8C7188E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90549-D5CF-3B0E-6E61-972A1D193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B121B8-4543-A83F-9B17-A34BE2575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2F015E-E5EA-1D82-F67A-B3CEB83FE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161E0-1244-790D-1030-7E2463802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5DEFD-D4B4-986D-79E0-DFAB30787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C81EE-0454-C093-9BD1-DDCCEE28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5218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2AD03-B504-E12E-D624-E61370FF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EC3BE-483E-9707-C135-78053E936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C32DEB-74B3-75E9-B3F0-81AE29C57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687B1-6D38-FCC8-F8F1-436E417DE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928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F0CF9D-0A2F-7068-DF48-0067E38F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DF976C-3578-0A8A-014A-50343325E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E92E3-FBC0-0BDB-0040-53B83573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3743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04ABC-9A8C-2AA1-7731-D8188950B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B7F04-53F0-0D60-AEDD-0D93106CF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FF5A7-7C10-6942-101A-5478DBCFF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5B0B2-3097-BF7B-A005-FADBB5B3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6D688-A324-6D6A-CCC5-5453C7269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E4B97-8EB6-1D3E-4288-EEC046752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04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6517-5C19-AF5B-43BB-26482541E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10FC3-439E-9406-A603-CCD961934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75911-62B4-2043-D82F-117B2AAA1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DD2CD-A1F3-DF93-816E-51742587D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34405-0970-C075-6F10-2AEAEEC8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2893D-F1C3-53C7-C165-0CECBF6E5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9520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DFA1-D383-F45B-BD40-26946B1A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ECB6B-FBCF-7612-771A-82EF96EC7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48C71-A8D2-1F23-4115-F3253059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094DA-C585-25F5-9FD2-DC49B08E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B1C29-69CE-0849-3194-588D927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804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7565A-D217-85E8-B0ED-030480BF7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886A5A-C7C8-5C28-1028-98968A236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D754C-9C41-9B5A-5238-082C5C49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691B3-0666-0CF3-AB7A-9AEC9F9E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C2459-90AB-F09F-6AD8-DF12469F6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06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6D239-F4A0-FE0F-2B94-E0366201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D2154-451A-80DA-5D57-E98E80084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F6F41-4216-857F-07DD-4166E9E7E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93107-14E0-468F-9E87-28DC5ABD7306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2C7CA-576E-3655-A028-E6F6704E8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58887-FBF4-6AD9-EB63-74461B887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9BFC4-4D5A-442D-8044-C389306F15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330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32C4B8-E0C5-1DAB-FD3D-5AC5ADD71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501"/>
            <a:ext cx="12192000" cy="64089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A80F6B-761A-4DBA-B15B-33C6D8BD3A11}"/>
              </a:ext>
            </a:extLst>
          </p:cNvPr>
          <p:cNvSpPr txBox="1"/>
          <p:nvPr/>
        </p:nvSpPr>
        <p:spPr>
          <a:xfrm>
            <a:off x="7640465" y="1744867"/>
            <a:ext cx="14606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schemeClr val="accent2"/>
                </a:solidFill>
              </a:rPr>
              <a:t>sensor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743DC9-AA93-5947-C739-B2FF56D4803B}"/>
              </a:ext>
            </a:extLst>
          </p:cNvPr>
          <p:cNvCxnSpPr/>
          <p:nvPr/>
        </p:nvCxnSpPr>
        <p:spPr>
          <a:xfrm flipH="1">
            <a:off x="7260879" y="2103305"/>
            <a:ext cx="443620" cy="22633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27EF307-B225-D770-DF38-D4FF0A11B5B3}"/>
              </a:ext>
            </a:extLst>
          </p:cNvPr>
          <p:cNvSpPr txBox="1"/>
          <p:nvPr/>
        </p:nvSpPr>
        <p:spPr>
          <a:xfrm>
            <a:off x="7482689" y="4208446"/>
            <a:ext cx="13402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schemeClr val="bg1">
                    <a:lumMod val="65000"/>
                  </a:schemeClr>
                </a:solidFill>
              </a:rPr>
              <a:t>flange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6D168E-EA28-29C2-AD13-F67E19822E79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7097917" y="4336610"/>
            <a:ext cx="384772" cy="1642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D629238-6877-766F-73B3-D3B1412B0FFA}"/>
              </a:ext>
            </a:extLst>
          </p:cNvPr>
          <p:cNvSpPr txBox="1"/>
          <p:nvPr/>
        </p:nvSpPr>
        <p:spPr>
          <a:xfrm>
            <a:off x="2203010" y="4922161"/>
            <a:ext cx="15969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srgbClr val="E2C095"/>
                </a:solidFill>
              </a:rPr>
              <a:t>deposit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F38B46A-269B-8BE3-DA4D-87461581B340}"/>
              </a:ext>
            </a:extLst>
          </p:cNvPr>
          <p:cNvCxnSpPr>
            <a:cxnSpLocks/>
          </p:cNvCxnSpPr>
          <p:nvPr/>
        </p:nvCxnSpPr>
        <p:spPr>
          <a:xfrm flipH="1">
            <a:off x="3799922" y="4988459"/>
            <a:ext cx="799238" cy="200189"/>
          </a:xfrm>
          <a:prstGeom prst="line">
            <a:avLst/>
          </a:prstGeom>
          <a:ln>
            <a:solidFill>
              <a:srgbClr val="E2C095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021FC95-1D92-459F-6002-1693088891CD}"/>
              </a:ext>
            </a:extLst>
          </p:cNvPr>
          <p:cNvSpPr txBox="1"/>
          <p:nvPr/>
        </p:nvSpPr>
        <p:spPr>
          <a:xfrm>
            <a:off x="2276450" y="1614009"/>
            <a:ext cx="1630575" cy="7670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AU" sz="3200" b="1" dirty="0">
                <a:solidFill>
                  <a:schemeClr val="accent6"/>
                </a:solidFill>
              </a:rPr>
              <a:t>sensing</a:t>
            </a:r>
            <a:br>
              <a:rPr lang="en-AU" sz="3200" b="1" dirty="0">
                <a:solidFill>
                  <a:schemeClr val="accent6"/>
                </a:solidFill>
              </a:rPr>
            </a:br>
            <a:r>
              <a:rPr lang="en-AU" sz="3200" b="1" dirty="0">
                <a:solidFill>
                  <a:schemeClr val="accent6"/>
                </a:solidFill>
              </a:rPr>
              <a:t>region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01E96F-2868-5E92-2978-C8E13A07B5E0}"/>
              </a:ext>
            </a:extLst>
          </p:cNvPr>
          <p:cNvCxnSpPr>
            <a:cxnSpLocks/>
            <a:endCxn id="23" idx="3"/>
          </p:cNvCxnSpPr>
          <p:nvPr/>
        </p:nvCxnSpPr>
        <p:spPr>
          <a:xfrm flipH="1" flipV="1">
            <a:off x="3907025" y="1997544"/>
            <a:ext cx="1246866" cy="69053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520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A4E4780ED5A4439C4183C56AF80F47" ma:contentTypeVersion="22" ma:contentTypeDescription="Create a new document." ma:contentTypeScope="" ma:versionID="2ea6f89a5dc580811f9cd17c44f30db0">
  <xsd:schema xmlns:xsd="http://www.w3.org/2001/XMLSchema" xmlns:xs="http://www.w3.org/2001/XMLSchema" xmlns:p="http://schemas.microsoft.com/office/2006/metadata/properties" xmlns:ns1="http://schemas.microsoft.com/sharepoint/v3" xmlns:ns2="f0a06be8-613b-4c07-bf24-2e7d4bc1eb0b" xmlns:ns3="d5dd3bca-1241-41a9-87ea-6b1cd5d9876d" targetNamespace="http://schemas.microsoft.com/office/2006/metadata/properties" ma:root="true" ma:fieldsID="d7f9b5dbeeb6baf07f316de2f46411ac" ns1:_="" ns2:_="" ns3:_="">
    <xsd:import namespace="http://schemas.microsoft.com/sharepoint/v3"/>
    <xsd:import namespace="f0a06be8-613b-4c07-bf24-2e7d4bc1eb0b"/>
    <xsd:import namespace="d5dd3bca-1241-41a9-87ea-6b1cd5d987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Path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a06be8-613b-4c07-bf24-2e7d4bc1eb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85113c5-7036-4ae5-b6c9-3bc4b8da47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ath" ma:index="28" nillable="true" ma:displayName="Path" ma:description="Path" ma:internalName="Path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d3bca-1241-41a9-87ea-6b1cd5d9876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fcfce52-d531-43ed-b723-1a95a9764082}" ma:internalName="TaxCatchAll" ma:showField="CatchAllData" ma:web="d5dd3bca-1241-41a9-87ea-6b1cd5d987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Path xmlns="f0a06be8-613b-4c07-bf24-2e7d4bc1eb0b" xsi:nil="true"/>
    <lcf76f155ced4ddcb4097134ff3c332f xmlns="f0a06be8-613b-4c07-bf24-2e7d4bc1eb0b">
      <Terms xmlns="http://schemas.microsoft.com/office/infopath/2007/PartnerControls"/>
    </lcf76f155ced4ddcb4097134ff3c332f>
    <_ip_UnifiedCompliancePolicyProperties xmlns="http://schemas.microsoft.com/sharepoint/v3" xsi:nil="true"/>
    <TaxCatchAll xmlns="d5dd3bca-1241-41a9-87ea-6b1cd5d9876d" xsi:nil="true"/>
  </documentManagement>
</p:properties>
</file>

<file path=customXml/itemProps1.xml><?xml version="1.0" encoding="utf-8"?>
<ds:datastoreItem xmlns:ds="http://schemas.openxmlformats.org/officeDocument/2006/customXml" ds:itemID="{F1642F37-16D2-4C0C-A362-04A2209A2971}"/>
</file>

<file path=customXml/itemProps2.xml><?xml version="1.0" encoding="utf-8"?>
<ds:datastoreItem xmlns:ds="http://schemas.openxmlformats.org/officeDocument/2006/customXml" ds:itemID="{ECCB6762-B417-4857-8316-8335063D1909}"/>
</file>

<file path=customXml/itemProps3.xml><?xml version="1.0" encoding="utf-8"?>
<ds:datastoreItem xmlns:ds="http://schemas.openxmlformats.org/officeDocument/2006/customXml" ds:itemID="{97A1FB87-8A54-4DB8-8DB7-EF6EC7E8AEA4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Figgis</dc:creator>
  <cp:lastModifiedBy>Ben Figgis</cp:lastModifiedBy>
  <cp:revision>1</cp:revision>
  <dcterms:created xsi:type="dcterms:W3CDTF">2026-09-10T06:01:53Z</dcterms:created>
  <dcterms:modified xsi:type="dcterms:W3CDTF">2026-09-10T06:14:24Z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0x01010049A4E4780ED5A4439C4183C56AF80F47</vt:lpwstr>
  </property>
  <property fmtid="{D5CDD505-2E9C-101B-9397-08002B2CF9AE}" pid="3" name="MediaServiceImageTags">
    <vt:lpwstr/>
  </property>
</Properties>
</file>